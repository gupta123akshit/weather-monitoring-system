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5" r:id="rId11"/>
    <p:sldId id="267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39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Vector and Cartoon Weather Station Icon ...">
            <a:extLst>
              <a:ext uri="{FF2B5EF4-FFF2-40B4-BE49-F238E27FC236}">
                <a16:creationId xmlns:a16="http://schemas.microsoft.com/office/drawing/2014/main" id="{AC64155A-513C-BC63-96C4-966A0A9C83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758" y="2330569"/>
            <a:ext cx="4373562" cy="4373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84505"/>
            <a:ext cx="7772400" cy="1470025"/>
          </a:xfrm>
        </p:spPr>
        <p:txBody>
          <a:bodyPr>
            <a:no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rPr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Monitoring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05F38DB-3ADF-83F3-1AB1-0F64D6EBD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81040" y="5351780"/>
            <a:ext cx="3362960" cy="17526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by- Akshit Gupta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FD16C-7589-E03E-FF3D-C53563F63875}"/>
              </a:ext>
            </a:extLst>
          </p:cNvPr>
          <p:cNvSpPr txBox="1"/>
          <p:nvPr/>
        </p:nvSpPr>
        <p:spPr>
          <a:xfrm>
            <a:off x="1351280" y="2145903"/>
            <a:ext cx="8138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Weather Monitoring System measures real-time environmental conditions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10" y="1445579"/>
            <a:ext cx="4274820" cy="2382520"/>
          </a:xfrm>
        </p:spPr>
        <p:txBody>
          <a:bodyPr>
            <a:no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Monitoring System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electronic setup designed to measure, record, and display various environmental parameters such as temperature, humidity, atmospheric pressure, and rainfall. These systems are commonly used in meteorology, agriculture, and climate research.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based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collects real-time data from various sensors (DHT11, BMP180, and Rain Sensor) and displays it on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screen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can be extended to store data in a database or send it to a cloud server for remote monitoring.</a:t>
            </a:r>
          </a:p>
          <a:p>
            <a:pPr>
              <a:defRPr sz="2200">
                <a:solidFill>
                  <a:srgbClr val="323232"/>
                </a:solidFill>
              </a:defRPr>
            </a:pPr>
            <a:endParaRPr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1F3789-061F-E3D0-C77B-E0CEF96AC2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</a:extLst>
          </a:blip>
          <a:srcRect r="9158" b="14334"/>
          <a:stretch/>
        </p:blipFill>
        <p:spPr>
          <a:xfrm>
            <a:off x="5154930" y="1484949"/>
            <a:ext cx="3680460" cy="46223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 (Microcontroller)</a:t>
            </a:r>
          </a:p>
        </p:txBody>
      </p:sp>
      <p:pic>
        <p:nvPicPr>
          <p:cNvPr id="1026" name="Picture 2" descr="Buy Arduino Uno Atmega328P CH340G ...">
            <a:extLst>
              <a:ext uri="{FF2B5EF4-FFF2-40B4-BE49-F238E27FC236}">
                <a16:creationId xmlns:a16="http://schemas.microsoft.com/office/drawing/2014/main" id="{7BFBE185-22B2-F339-4190-590DC635E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1280" y="2197298"/>
            <a:ext cx="3799840" cy="3799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BEFEC9-2E7C-99CE-6EFD-73E032B6DCEF}"/>
              </a:ext>
            </a:extLst>
          </p:cNvPr>
          <p:cNvSpPr txBox="1"/>
          <p:nvPr/>
        </p:nvSpPr>
        <p:spPr>
          <a:xfrm>
            <a:off x="457200" y="1549241"/>
            <a:ext cx="535432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open-source microcontroller board based on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ATmega328P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digital input/output pins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analog inputs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MHz quartz crystal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can be powered via USB or an external power source.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the central processing unit.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data from sensors, Processes the data and sends it to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send data to a computer or cloud for further analysis, that is </a:t>
            </a:r>
            <a:r>
              <a:rPr lang="en-IN" dirty="0"/>
              <a:t>Supports multiple sensors and communication protocols.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Temperature Sensor Module for Arduino ...">
            <a:extLst>
              <a:ext uri="{FF2B5EF4-FFF2-40B4-BE49-F238E27FC236}">
                <a16:creationId xmlns:a16="http://schemas.microsoft.com/office/drawing/2014/main" id="{67A5664C-1D4C-87A8-0FBC-BC50DA6D16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557" y="2372360"/>
            <a:ext cx="3337243" cy="3337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Sensor (Temperature &amp; Humidity)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13680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sensor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both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and humidity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thermistor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measure temperature and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capacitive humidity sensor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humidity detection.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data in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format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humidity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environment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data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processes it and displays it on the LCD.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monitoring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prediction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 descr="Gefran BMP180 Barometric Pressure Sensor Module at ₹ 75 in Mumbai">
            <a:extLst>
              <a:ext uri="{FF2B5EF4-FFF2-40B4-BE49-F238E27FC236}">
                <a16:creationId xmlns:a16="http://schemas.microsoft.com/office/drawing/2014/main" id="{5A03E24A-E214-E03D-B8BC-C2BEC1443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9430" y="1631950"/>
            <a:ext cx="4643120" cy="464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BMP180 Sensor (Barometric Pressure)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A7947-B82E-4B63-A9BE-DB5AEF020E37}"/>
              </a:ext>
            </a:extLst>
          </p:cNvPr>
          <p:cNvSpPr txBox="1"/>
          <p:nvPr/>
        </p:nvSpPr>
        <p:spPr>
          <a:xfrm>
            <a:off x="457200" y="1720840"/>
            <a:ext cx="46431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BMP180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barometric pressure sensor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measures atmospheric pressure.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useful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altitude calculation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I2C communication protocol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 in the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barometric pressure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provides an estimate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altitude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predicting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changes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can be used for aviation, mountaineering, and meteorology.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uy Raindrops Detection Sensor Module Online at Robu.in">
            <a:extLst>
              <a:ext uri="{FF2B5EF4-FFF2-40B4-BE49-F238E27FC236}">
                <a16:creationId xmlns:a16="http://schemas.microsoft.com/office/drawing/2014/main" id="{0FB53747-F273-175F-59D5-E058B9BAA7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6932" y="1820327"/>
            <a:ext cx="3916998" cy="3916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Sensor Module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EE1496-7C63-B60F-CB09-E92083D5B302}"/>
              </a:ext>
            </a:extLst>
          </p:cNvPr>
          <p:cNvSpPr txBox="1"/>
          <p:nvPr/>
        </p:nvSpPr>
        <p:spPr>
          <a:xfrm>
            <a:off x="560070" y="1582341"/>
            <a:ext cx="46863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rain sensor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water droplets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determines if it's 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consists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detection pad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module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rain-detection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in the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sends a signal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rainwater harvesting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monitoring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be used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wiper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vehicles.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LCD 16x2: Pin Configuration, Features ...">
            <a:extLst>
              <a:ext uri="{FF2B5EF4-FFF2-40B4-BE49-F238E27FC236}">
                <a16:creationId xmlns:a16="http://schemas.microsoft.com/office/drawing/2014/main" id="{86E8E773-4A08-8EA8-5DE8-26024DDFD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5350" y="2900082"/>
            <a:ext cx="4438650" cy="2766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 (16x2)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DD213-F3D1-D7DB-6DC7-95AEDF06820A}"/>
              </a:ext>
            </a:extLst>
          </p:cNvPr>
          <p:cNvSpPr txBox="1"/>
          <p:nvPr/>
        </p:nvSpPr>
        <p:spPr>
          <a:xfrm>
            <a:off x="308610" y="1493490"/>
            <a:ext cx="533781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16x2 LCD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it can display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 characters per line on 2 rows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commonly used to display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I2C interface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reduce the number of required pins.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Role in the Project: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humidity, pressure, and rainfall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real-time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of weather parameters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600" u="sng">
                <a:latin typeface="Times New Roman" panose="02020603050405020304" pitchFamily="18" charset="0"/>
                <a:cs typeface="Times New Roman" panose="02020603050405020304" pitchFamily="18" charset="0"/>
              </a:rPr>
              <a:t>Circuit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CE2D34-42C5-25AA-9872-7A3932A062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90" t="18445" r="22090" b="14667"/>
          <a:stretch/>
        </p:blipFill>
        <p:spPr>
          <a:xfrm>
            <a:off x="335338" y="1584797"/>
            <a:ext cx="8648917" cy="46240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6523941-D2F1-500E-8845-4A19E4DC02DF}"/>
              </a:ext>
            </a:extLst>
          </p:cNvPr>
          <p:cNvSpPr txBox="1"/>
          <p:nvPr/>
        </p:nvSpPr>
        <p:spPr>
          <a:xfrm>
            <a:off x="3705986" y="3961923"/>
            <a:ext cx="2718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7DB80-030C-348F-B597-F9F98CB91046}"/>
              </a:ext>
            </a:extLst>
          </p:cNvPr>
          <p:cNvSpPr txBox="1"/>
          <p:nvPr/>
        </p:nvSpPr>
        <p:spPr>
          <a:xfrm>
            <a:off x="2126255" y="620881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 (16x2)</a:t>
            </a: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C366D3-55DC-7EBC-9358-3CD817BA0BFE}"/>
              </a:ext>
            </a:extLst>
          </p:cNvPr>
          <p:cNvSpPr txBox="1"/>
          <p:nvPr/>
        </p:nvSpPr>
        <p:spPr>
          <a:xfrm>
            <a:off x="6698255" y="1131886"/>
            <a:ext cx="228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Sensor Module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457313-3F49-FF92-C3AE-BDE55235731C}"/>
              </a:ext>
            </a:extLst>
          </p:cNvPr>
          <p:cNvSpPr txBox="1"/>
          <p:nvPr/>
        </p:nvSpPr>
        <p:spPr>
          <a:xfrm>
            <a:off x="3817345" y="123297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BMP180 Sensor </a:t>
            </a:r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9F3AA2-6FF0-C308-0F26-CAE034B8F66F}"/>
              </a:ext>
            </a:extLst>
          </p:cNvPr>
          <p:cNvSpPr txBox="1"/>
          <p:nvPr/>
        </p:nvSpPr>
        <p:spPr>
          <a:xfrm>
            <a:off x="809740" y="1861176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Sensor </a:t>
            </a:r>
            <a:endParaRPr lang="en-IN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30A6F-E940-485E-CEEA-CEB6B2778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C8473-8757-0F40-B8B1-65FEA70C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the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4CD8F8-5F36-7E0F-8B9E-96D0E0F79BA2}"/>
              </a:ext>
            </a:extLst>
          </p:cNvPr>
          <p:cNvSpPr txBox="1"/>
          <p:nvPr/>
        </p:nvSpPr>
        <p:spPr>
          <a:xfrm>
            <a:off x="365760" y="1417638"/>
            <a:ext cx="796671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Process: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Powering the System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powered using a USB cable or 9V battery.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Sensor Data Collection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records temperature &amp; humidity.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BMP180 measures barometric pressure.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Sensor detects rainfall.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Processing Data with Arduino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collects sensor data and converts it into readable values.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Displaying Data on LCD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real-time temperature, humidity, pressure, and rainfall status are displayed on the 16x2 LCD screen.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continuously updates and refreshes data every few seconds.</a:t>
            </a:r>
          </a:p>
        </p:txBody>
      </p:sp>
    </p:spTree>
    <p:extLst>
      <p:ext uri="{BB962C8B-B14F-4D97-AF65-F5344CB8AC3E}">
        <p14:creationId xmlns:p14="http://schemas.microsoft.com/office/powerpoint/2010/main" val="1406413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" y="87602"/>
            <a:ext cx="8949690" cy="1291272"/>
          </a:xfrm>
        </p:spPr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42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912" y="1849838"/>
            <a:ext cx="7393542" cy="3881311"/>
          </a:xfrm>
        </p:spPr>
        <p:txBody>
          <a:bodyPr>
            <a:normAutofit/>
          </a:bodyPr>
          <a:lstStyle/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🌦️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Forecasting 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🌾Smart Agriculture </a:t>
            </a: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☔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Rain Detection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🌍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Monitoring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200">
                <a:solidFill>
                  <a:srgbClr val="323232"/>
                </a:solidFill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🏙️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Cities 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6582997-309E-D147-28D0-851FD79B40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053" t="74139" r="60805" b="15690"/>
          <a:stretch/>
        </p:blipFill>
        <p:spPr>
          <a:xfrm rot="20510042">
            <a:off x="388657" y="4814816"/>
            <a:ext cx="1895436" cy="16579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rPr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BC0C30-CC4A-ADF4-D4E0-2120B0E0E91F}"/>
              </a:ext>
            </a:extLst>
          </p:cNvPr>
          <p:cNvSpPr txBox="1"/>
          <p:nvPr/>
        </p:nvSpPr>
        <p:spPr>
          <a:xfrm>
            <a:off x="2054508" y="1603842"/>
            <a:ext cx="475259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Monitoring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practical and efficient solution for tracking real-time environmental conditions, including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temperature, humidity, air pressure, and rainfall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sensors with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Uno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microcontroller and displaying the data on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screen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this system provides a simple yet powerful way to monitor weather changes.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cost effective and reliable solution for monitoring weather conditions. It can be further enhanced with IoT and cloud technology and remote weather analysis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B5D4DE-9B6F-AF2D-29DC-A29C629B3C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262" t="38939" r="54340" b="43283"/>
          <a:stretch/>
        </p:blipFill>
        <p:spPr>
          <a:xfrm>
            <a:off x="6957151" y="960437"/>
            <a:ext cx="1729649" cy="18405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506B2-37E7-2E52-BF02-ED04F0AC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52593"/>
            <a:ext cx="8229600" cy="3768553"/>
          </a:xfrm>
        </p:spPr>
        <p:txBody>
          <a:bodyPr>
            <a:noAutofit/>
          </a:bodyPr>
          <a:lstStyle/>
          <a:p>
            <a:r>
              <a:rPr lang="en-US" sz="14900" dirty="0">
                <a:latin typeface="Algerian" panose="04020705040A02060702" pitchFamily="82" charset="0"/>
              </a:rPr>
              <a:t>THANK YOU</a:t>
            </a:r>
            <a:endParaRPr lang="en-IN" sz="14900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3431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723</Words>
  <Application>Microsoft Office PowerPoint</Application>
  <PresentationFormat>On-screen Show (4:3)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Arial</vt:lpstr>
      <vt:lpstr>Calibri</vt:lpstr>
      <vt:lpstr>Times New Roman</vt:lpstr>
      <vt:lpstr>Office Theme</vt:lpstr>
      <vt:lpstr>Weather Monitoring System</vt:lpstr>
      <vt:lpstr>Introduction</vt:lpstr>
      <vt:lpstr>Arduino Uno (Microcontroller)</vt:lpstr>
      <vt:lpstr>DHT11 Sensor (Temperature &amp; Humidity)</vt:lpstr>
      <vt:lpstr>BMP180 Sensor (Barometric Pressure)</vt:lpstr>
      <vt:lpstr>Rain Sensor Module</vt:lpstr>
      <vt:lpstr>LCD Display (16x2)</vt:lpstr>
      <vt:lpstr>Circuit Diagram</vt:lpstr>
      <vt:lpstr>Working of the Project</vt:lpstr>
      <vt:lpstr>Applications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RIYA AGGARWAL</cp:lastModifiedBy>
  <cp:revision>9</cp:revision>
  <dcterms:created xsi:type="dcterms:W3CDTF">2013-01-27T09:14:16Z</dcterms:created>
  <dcterms:modified xsi:type="dcterms:W3CDTF">2025-04-04T17:21:02Z</dcterms:modified>
  <cp:category/>
</cp:coreProperties>
</file>